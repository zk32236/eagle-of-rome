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Software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486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Entry</a:t>
            </a:r>
          </a:p>
          <a:p>
            <a:r>
              <a:t>main.py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344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UI Layer</a:t>
            </a:r>
          </a:p>
          <a:p>
            <a:r>
              <a:t>DebugCLI</a:t>
            </a:r>
          </a:p>
          <a:p>
            <a:r>
              <a:t>CommandRegistry</a:t>
            </a:r>
          </a:p>
          <a:p>
            <a:r>
              <a:t>7 Phase Commands</a:t>
            </a:r>
          </a:p>
          <a:p>
            <a:r>
              <a:t>Function Commands</a:t>
            </a:r>
          </a:p>
          <a:p>
            <a:r>
              <a:t>AutoPlayerProcessor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9202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Layer</a:t>
            </a:r>
          </a:p>
          <a:p>
            <a:r>
              <a:t>forum_api</a:t>
            </a:r>
          </a:p>
          <a:p>
            <a:r>
              <a:t>senate_api</a:t>
            </a:r>
          </a:p>
          <a:p>
            <a:r>
              <a:t>population_api</a:t>
            </a:r>
          </a:p>
          <a:p>
            <a:r>
              <a:t>game_api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060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Systems &amp; Services</a:t>
            </a:r>
          </a:p>
          <a:p>
            <a:r>
              <a:t>PoliticalSystem</a:t>
            </a:r>
          </a:p>
          <a:p>
            <a:r>
              <a:t>EconomicService</a:t>
            </a:r>
          </a:p>
          <a:p>
            <a:r>
              <a:t>WarSystem</a:t>
            </a:r>
          </a:p>
          <a:p>
            <a:r>
              <a:t>MilitarySystem</a:t>
            </a:r>
          </a:p>
          <a:p>
            <a:r>
              <a:t>NavalSystem</a:t>
            </a:r>
          </a:p>
          <a:p>
            <a:r>
              <a:t>LandTradingService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Deciders (AI)</a:t>
            </a:r>
          </a:p>
          <a:p>
            <a:r>
              <a:t>FestivalDecider</a:t>
            </a:r>
          </a:p>
          <a:p>
            <a:r>
              <a:t>SenateVoteDecider</a:t>
            </a:r>
          </a:p>
          <a:p>
            <a:r>
              <a:t>BudgetDecider</a:t>
            </a:r>
          </a:p>
          <a:p>
            <a:r>
              <a:t>LandProposalDecider</a:t>
            </a:r>
          </a:p>
          <a:p>
            <a:r>
              <a:t>CombatDecider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9776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Core State</a:t>
            </a:r>
          </a:p>
          <a:p>
            <a:r>
              <a:t>GameState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6634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Entities</a:t>
            </a:r>
          </a:p>
          <a:p>
            <a:r>
              <a:t>Figure, Faction, Province,</a:t>
            </a:r>
          </a:p>
          <a:p>
            <a:r>
              <a:t>Contract, War, Legion,</a:t>
            </a:r>
          </a:p>
          <a:p>
            <a:r>
              <a:t>Curia, Fleet, Player, GameTurn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49240"/>
            <a:ext cx="4114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Infrastructure</a:t>
            </a:r>
          </a:p>
          <a:p>
            <a:r>
              <a:t>Config</a:t>
            </a:r>
          </a:p>
          <a:p>
            <a:r>
              <a:t>ScenarioLoader</a:t>
            </a:r>
          </a:p>
          <a:p>
            <a:r>
              <a:t>Localization</a:t>
            </a:r>
          </a:p>
          <a:p>
            <a:r>
              <a:t>Logging</a:t>
            </a:r>
          </a:p>
          <a:p>
            <a:r>
              <a:t>JSON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.0" y="11430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29000.0" y="18288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29000.0" y="25146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29000.0" y="32004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29000.0" y="38862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29000.0" y="45720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29000.0" y="525780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60720" y="10972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Primary Flow:</a:t>
            </a:r>
          </a:p>
          <a:p>
            <a:r>
              <a:t>Entry → UI → API → Systems</a:t>
            </a:r>
          </a:p>
          <a:p>
            <a:r>
              <a:t>Systems ↔ Core State</a:t>
            </a:r>
          </a:p>
          <a:p>
            <a:r>
              <a:t>Systems ↔ Entities</a:t>
            </a:r>
          </a:p>
          <a:p>
            <a:r>
              <a:t>AI Deciders → Systems</a:t>
            </a:r>
          </a:p>
          <a:p>
            <a:r>
              <a:t>Infrastructure supports all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