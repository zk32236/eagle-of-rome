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9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Rounded Rectangle 1"/>
          <p:cNvSpPr/>
          <p:nvPr/>
        </p:nvSpPr>
        <p:spPr>
          <a:xfrm>
            <a:off x="692785" y="653415"/>
            <a:ext cx="7387590" cy="302069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913755" y="787400"/>
            <a:ext cx="1312545" cy="2787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2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2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rgbClr val="FFFFFF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AUC 470</a:t>
            </a:r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1350010" y="1251585"/>
          <a:ext cx="5798820" cy="135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705"/>
                <a:gridCol w="1449705"/>
                <a:gridCol w="1449705"/>
                <a:gridCol w="1449705"/>
              </a:tblGrid>
              <a:tr h="2717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人物</a:t>
                      </a:r>
                      <a:r>
                        <a:rPr lang="en-US" altLang="zh-CN" sz="1000"/>
                        <a:t>ID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人物</a:t>
                      </a:r>
                      <a:r>
                        <a:rPr lang="zh-CN" altLang="en-US" sz="1000"/>
                        <a:t>姓名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年龄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官职</a:t>
                      </a:r>
                      <a:endParaRPr lang="zh-CN" altLang="en-US" sz="1000"/>
                    </a:p>
                  </a:txBody>
                  <a:tcPr/>
                </a:tc>
              </a:tr>
              <a:tr h="2717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501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克劳狄乌斯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45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</a:rPr>
                        <a:t>执政官</a:t>
                      </a:r>
                      <a:endParaRPr lang="zh-CN" alt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717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502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海布里达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42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裁判官</a:t>
                      </a:r>
                      <a:endParaRPr lang="zh-CN" alt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2717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535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埃提乌斯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38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行政官</a:t>
                      </a:r>
                      <a:endParaRPr lang="zh-CN" alt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2717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548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霍勒</a:t>
                      </a:r>
                      <a:r>
                        <a:rPr lang="zh-CN" altLang="en-US" sz="1000"/>
                        <a:t>留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35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财务官</a:t>
                      </a:r>
                      <a:endParaRPr lang="zh-CN" altLang="en-US" sz="10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3331845" y="696595"/>
            <a:ext cx="2109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罗马必胜！</a:t>
            </a:r>
            <a:endParaRPr lang="zh-CN" altLang="en-US" sz="2400"/>
          </a:p>
        </p:txBody>
      </p:sp>
      <p:sp>
        <p:nvSpPr>
          <p:cNvPr id="47" name="Rounded Rectangle 46"/>
          <p:cNvSpPr/>
          <p:nvPr/>
        </p:nvSpPr>
        <p:spPr>
          <a:xfrm>
            <a:off x="6224270" y="2898140"/>
            <a:ext cx="924560" cy="18097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读取存档</a:t>
            </a:r>
            <a:endParaRPr lang="zh-CN" altLang="en-US" sz="1200"/>
          </a:p>
        </p:txBody>
      </p:sp>
      <p:sp>
        <p:nvSpPr>
          <p:cNvPr id="4" name="矩形 3"/>
          <p:cNvSpPr/>
          <p:nvPr/>
        </p:nvSpPr>
        <p:spPr>
          <a:xfrm>
            <a:off x="1350010" y="2898140"/>
            <a:ext cx="4099560" cy="18097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800">
                <a:solidFill>
                  <a:schemeClr val="tx1"/>
                </a:solidFill>
              </a:rPr>
              <a:t>C:\Users\Kerl\Documents\Paradox Interactive\Imperator\save games\Claudius_Rome.rome</a:t>
            </a:r>
            <a:endParaRPr lang="en-US" altLang="zh-CN" sz="80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570" y="2898140"/>
            <a:ext cx="218440" cy="1809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56*106"/>
  <p:tag name="TABLE_ENDDRAG_RECT" val="219*167*456*10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WPS 演示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Kerl</cp:lastModifiedBy>
  <cp:revision>29</cp:revision>
  <dcterms:created xsi:type="dcterms:W3CDTF">2022-07-15T10:28:00Z</dcterms:created>
  <dcterms:modified xsi:type="dcterms:W3CDTF">2025-12-31T06:20:46Z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23784AA7FB1048AABD0A56B3B401F071_13</vt:lpwstr>
  </property>
  <property fmtid="{D5CDD505-2E9C-101B-9397-08002B2CF9AE}" pid="3" name="KSOProductBuildVer">
    <vt:lpwstr>2052-12.1.0.24034</vt:lpwstr>
  </property>
</Properties>
</file>