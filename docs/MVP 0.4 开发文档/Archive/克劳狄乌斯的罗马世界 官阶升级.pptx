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6" name="Rounded Rectangle 5"/>
          <p:cNvSpPr/>
          <p:nvPr/>
        </p:nvSpPr>
        <p:spPr>
          <a:xfrm>
            <a:off x="607695" y="970280"/>
            <a:ext cx="1362075" cy="572770"/>
          </a:xfrm>
          <a:prstGeom prst="roundRect">
            <a:avLst/>
          </a:prstGeom>
          <a:solidFill>
            <a:srgbClr val="FFFF00">
              <a:alpha val="5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新贵</a:t>
            </a:r>
            <a:r>
              <a:rPr lang="zh-CN" altLang="en-US"/>
              <a:t>阶级</a:t>
            </a:r>
            <a:endParaRPr lang="zh-CN" altLang="en-US"/>
          </a:p>
        </p:txBody>
      </p:sp>
      <p:sp>
        <p:nvSpPr>
          <p:cNvPr id="7" name="Rounded Rectangle 6"/>
          <p:cNvSpPr/>
          <p:nvPr/>
        </p:nvSpPr>
        <p:spPr>
          <a:xfrm>
            <a:off x="2769870" y="970280"/>
            <a:ext cx="1362075" cy="572770"/>
          </a:xfrm>
          <a:prstGeom prst="roundRect">
            <a:avLst/>
          </a:prstGeom>
          <a:solidFill>
            <a:srgbClr val="FFFF00">
              <a:alpha val="5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财务官</a:t>
            </a:r>
            <a:endParaRPr lang="zh-CN" altLang="en-US"/>
          </a:p>
        </p:txBody>
      </p:sp>
      <p:sp>
        <p:nvSpPr>
          <p:cNvPr id="8" name="Rounded Rectangle 7"/>
          <p:cNvSpPr/>
          <p:nvPr/>
        </p:nvSpPr>
        <p:spPr>
          <a:xfrm>
            <a:off x="5055870" y="970280"/>
            <a:ext cx="1362075" cy="572770"/>
          </a:xfrm>
          <a:prstGeom prst="roundRect">
            <a:avLst/>
          </a:prstGeom>
          <a:solidFill>
            <a:srgbClr val="FFFF00">
              <a:alpha val="5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市政官</a:t>
            </a:r>
            <a:endParaRPr lang="zh-CN" altLang="en-US"/>
          </a:p>
        </p:txBody>
      </p:sp>
      <p:sp>
        <p:nvSpPr>
          <p:cNvPr id="9" name="Rounded Rectangle 8"/>
          <p:cNvSpPr/>
          <p:nvPr/>
        </p:nvSpPr>
        <p:spPr>
          <a:xfrm>
            <a:off x="7512685" y="970280"/>
            <a:ext cx="1362075" cy="572770"/>
          </a:xfrm>
          <a:prstGeom prst="roundRect">
            <a:avLst/>
          </a:prstGeom>
          <a:solidFill>
            <a:srgbClr val="FFFF00">
              <a:alpha val="5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大法官</a:t>
            </a:r>
            <a:endParaRPr lang="zh-CN" altLang="en-US"/>
          </a:p>
        </p:txBody>
      </p:sp>
      <p:sp>
        <p:nvSpPr>
          <p:cNvPr id="10" name="Rounded Rectangle 9"/>
          <p:cNvSpPr/>
          <p:nvPr/>
        </p:nvSpPr>
        <p:spPr>
          <a:xfrm>
            <a:off x="9826625" y="970280"/>
            <a:ext cx="1362075" cy="572770"/>
          </a:xfrm>
          <a:prstGeom prst="roundRect">
            <a:avLst/>
          </a:prstGeom>
          <a:solidFill>
            <a:srgbClr val="FFFF00">
              <a:alpha val="5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执政官</a:t>
            </a:r>
            <a:endParaRPr lang="zh-CN" altLang="en-US"/>
          </a:p>
        </p:txBody>
      </p:sp>
      <p:sp>
        <p:nvSpPr>
          <p:cNvPr id="11" name="Rounded Rectangle 10"/>
          <p:cNvSpPr/>
          <p:nvPr/>
        </p:nvSpPr>
        <p:spPr>
          <a:xfrm>
            <a:off x="5055870" y="2609215"/>
            <a:ext cx="1362075" cy="572770"/>
          </a:xfrm>
          <a:prstGeom prst="roundRect">
            <a:avLst/>
          </a:prstGeom>
          <a:solidFill>
            <a:srgbClr val="C00000">
              <a:alpha val="5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军事</a:t>
            </a:r>
            <a:endParaRPr lang="zh-CN" altLang="en-US"/>
          </a:p>
          <a:p>
            <a:pPr algn="ctr"/>
            <a:r>
              <a:rPr lang="zh-CN" altLang="en-US"/>
              <a:t>保民</a:t>
            </a:r>
            <a:r>
              <a:rPr lang="zh-CN" altLang="en-US"/>
              <a:t>官</a:t>
            </a:r>
            <a:endParaRPr lang="zh-CN" altLang="en-US"/>
          </a:p>
        </p:txBody>
      </p:sp>
      <p:sp>
        <p:nvSpPr>
          <p:cNvPr id="12" name="Rounded Rectangle 11"/>
          <p:cNvSpPr/>
          <p:nvPr/>
        </p:nvSpPr>
        <p:spPr>
          <a:xfrm>
            <a:off x="7512685" y="2609215"/>
            <a:ext cx="1362075" cy="572770"/>
          </a:xfrm>
          <a:prstGeom prst="roundRect">
            <a:avLst/>
          </a:prstGeom>
          <a:solidFill>
            <a:srgbClr val="C00000">
              <a:alpha val="5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军团</a:t>
            </a:r>
            <a:r>
              <a:rPr lang="zh-CN" altLang="en-US"/>
              <a:t>副将</a:t>
            </a:r>
            <a:endParaRPr lang="zh-CN" altLang="en-US"/>
          </a:p>
        </p:txBody>
      </p:sp>
      <p:sp>
        <p:nvSpPr>
          <p:cNvPr id="13" name="Rounded Rectangle 12"/>
          <p:cNvSpPr/>
          <p:nvPr/>
        </p:nvSpPr>
        <p:spPr>
          <a:xfrm>
            <a:off x="9826625" y="2609215"/>
            <a:ext cx="1362075" cy="572770"/>
          </a:xfrm>
          <a:prstGeom prst="roundRect">
            <a:avLst/>
          </a:prstGeom>
          <a:solidFill>
            <a:srgbClr val="C00000">
              <a:alpha val="5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军团</a:t>
            </a:r>
            <a:r>
              <a:rPr lang="zh-CN" altLang="en-US"/>
              <a:t>司令</a:t>
            </a:r>
            <a:endParaRPr lang="zh-CN" altLang="en-US"/>
          </a:p>
        </p:txBody>
      </p:sp>
      <p:sp>
        <p:nvSpPr>
          <p:cNvPr id="14" name="Rounded Rectangle 13"/>
          <p:cNvSpPr/>
          <p:nvPr/>
        </p:nvSpPr>
        <p:spPr>
          <a:xfrm>
            <a:off x="607695" y="2609215"/>
            <a:ext cx="1362075" cy="572770"/>
          </a:xfrm>
          <a:prstGeom prst="roundRect">
            <a:avLst/>
          </a:prstGeom>
          <a:solidFill>
            <a:srgbClr val="C00000">
              <a:alpha val="5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骑士</a:t>
            </a:r>
            <a:r>
              <a:rPr lang="zh-CN" altLang="en-US"/>
              <a:t>阶级</a:t>
            </a:r>
            <a:endParaRPr lang="zh-CN" altLang="en-US"/>
          </a:p>
        </p:txBody>
      </p:sp>
      <p:sp>
        <p:nvSpPr>
          <p:cNvPr id="15" name="Rounded Rectangle 14"/>
          <p:cNvSpPr/>
          <p:nvPr/>
        </p:nvSpPr>
        <p:spPr>
          <a:xfrm>
            <a:off x="607695" y="5960110"/>
            <a:ext cx="1362075" cy="572770"/>
          </a:xfrm>
          <a:prstGeom prst="roundRect">
            <a:avLst/>
          </a:prstGeom>
          <a:solidFill>
            <a:schemeClr val="bg1">
              <a:lumMod val="50000"/>
              <a:alpha val="5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平民阶级</a:t>
            </a:r>
            <a:endParaRPr lang="zh-CN" altLang="en-US"/>
          </a:p>
        </p:txBody>
      </p:sp>
      <p:sp>
        <p:nvSpPr>
          <p:cNvPr id="16" name="Rounded Rectangle 15"/>
          <p:cNvSpPr/>
          <p:nvPr/>
        </p:nvSpPr>
        <p:spPr>
          <a:xfrm>
            <a:off x="1750060" y="4375150"/>
            <a:ext cx="1362075" cy="572770"/>
          </a:xfrm>
          <a:prstGeom prst="roundRect">
            <a:avLst/>
          </a:prstGeom>
          <a:solidFill>
            <a:schemeClr val="bg1">
              <a:lumMod val="50000"/>
              <a:alpha val="5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掌旗官</a:t>
            </a:r>
            <a:endParaRPr lang="zh-CN" altLang="en-US"/>
          </a:p>
        </p:txBody>
      </p:sp>
      <p:sp>
        <p:nvSpPr>
          <p:cNvPr id="17" name="Rounded Rectangle 16"/>
          <p:cNvSpPr/>
          <p:nvPr/>
        </p:nvSpPr>
        <p:spPr>
          <a:xfrm>
            <a:off x="3912870" y="4375150"/>
            <a:ext cx="1362075" cy="572770"/>
          </a:xfrm>
          <a:prstGeom prst="roundRect">
            <a:avLst/>
          </a:prstGeom>
          <a:solidFill>
            <a:schemeClr val="bg1">
              <a:lumMod val="50000"/>
              <a:alpha val="5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百夫长</a:t>
            </a:r>
            <a:endParaRPr lang="zh-CN" altLang="en-US"/>
          </a:p>
        </p:txBody>
      </p:sp>
      <p:sp>
        <p:nvSpPr>
          <p:cNvPr id="18" name="Rounded Rectangle 17"/>
          <p:cNvSpPr/>
          <p:nvPr/>
        </p:nvSpPr>
        <p:spPr>
          <a:xfrm>
            <a:off x="6150610" y="4375150"/>
            <a:ext cx="1362075" cy="572770"/>
          </a:xfrm>
          <a:prstGeom prst="roundRect">
            <a:avLst/>
          </a:prstGeom>
          <a:solidFill>
            <a:schemeClr val="bg1">
              <a:lumMod val="50000"/>
              <a:alpha val="5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营务</a:t>
            </a:r>
            <a:r>
              <a:rPr lang="zh-CN" altLang="en-US"/>
              <a:t>官</a:t>
            </a:r>
            <a:endParaRPr lang="zh-CN" altLang="en-US"/>
          </a:p>
        </p:txBody>
      </p:sp>
      <p:sp>
        <p:nvSpPr>
          <p:cNvPr id="19" name="Rounded Rectangle 18"/>
          <p:cNvSpPr/>
          <p:nvPr/>
        </p:nvSpPr>
        <p:spPr>
          <a:xfrm>
            <a:off x="9827260" y="5960110"/>
            <a:ext cx="1362075" cy="572770"/>
          </a:xfrm>
          <a:prstGeom prst="roundRect">
            <a:avLst/>
          </a:prstGeom>
          <a:solidFill>
            <a:schemeClr val="bg1">
              <a:lumMod val="50000"/>
              <a:alpha val="5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平民</a:t>
            </a:r>
            <a:endParaRPr lang="zh-CN" altLang="en-US"/>
          </a:p>
          <a:p>
            <a:pPr algn="ctr"/>
            <a:r>
              <a:rPr lang="zh-CN" altLang="en-US"/>
              <a:t>保民官</a:t>
            </a:r>
            <a:endParaRPr lang="zh-CN" altLang="en-US"/>
          </a:p>
        </p:txBody>
      </p:sp>
      <p:cxnSp>
        <p:nvCxnSpPr>
          <p:cNvPr id="20" name="Straight Arrow Connector 19"/>
          <p:cNvCxnSpPr>
            <a:stCxn id="15" idx="0"/>
            <a:endCxn id="14" idx="2"/>
          </p:cNvCxnSpPr>
          <p:nvPr/>
        </p:nvCxnSpPr>
        <p:spPr>
          <a:xfrm flipV="1">
            <a:off x="1289050" y="3181985"/>
            <a:ext cx="0" cy="2778125"/>
          </a:xfrm>
          <a:prstGeom prst="straightConnector1">
            <a:avLst/>
          </a:prstGeom>
          <a:ln w="28575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4" idx="0"/>
            <a:endCxn id="6" idx="2"/>
          </p:cNvCxnSpPr>
          <p:nvPr/>
        </p:nvCxnSpPr>
        <p:spPr>
          <a:xfrm flipV="1">
            <a:off x="1289050" y="1543050"/>
            <a:ext cx="0" cy="1066165"/>
          </a:xfrm>
          <a:prstGeom prst="straightConnector1">
            <a:avLst/>
          </a:prstGeom>
          <a:ln w="28575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5" idx="3"/>
            <a:endCxn id="19" idx="1"/>
          </p:cNvCxnSpPr>
          <p:nvPr/>
        </p:nvCxnSpPr>
        <p:spPr>
          <a:xfrm>
            <a:off x="1969770" y="6246495"/>
            <a:ext cx="7857490" cy="0"/>
          </a:xfrm>
          <a:prstGeom prst="straightConnector1">
            <a:avLst/>
          </a:prstGeom>
          <a:ln w="28575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6" idx="3"/>
            <a:endCxn id="17" idx="1"/>
          </p:cNvCxnSpPr>
          <p:nvPr/>
        </p:nvCxnSpPr>
        <p:spPr>
          <a:xfrm>
            <a:off x="3112135" y="4661535"/>
            <a:ext cx="800735" cy="0"/>
          </a:xfrm>
          <a:prstGeom prst="straightConnector1">
            <a:avLst/>
          </a:prstGeom>
          <a:ln w="28575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7" idx="3"/>
            <a:endCxn id="18" idx="1"/>
          </p:cNvCxnSpPr>
          <p:nvPr/>
        </p:nvCxnSpPr>
        <p:spPr>
          <a:xfrm>
            <a:off x="5274945" y="4661535"/>
            <a:ext cx="875665" cy="0"/>
          </a:xfrm>
          <a:prstGeom prst="straightConnector1">
            <a:avLst/>
          </a:prstGeom>
          <a:ln w="28575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/>
          <p:cNvCxnSpPr>
            <a:stCxn id="15" idx="0"/>
            <a:endCxn id="16" idx="1"/>
          </p:cNvCxnSpPr>
          <p:nvPr/>
        </p:nvCxnSpPr>
        <p:spPr>
          <a:xfrm rot="16200000">
            <a:off x="869950" y="5080000"/>
            <a:ext cx="1298575" cy="461010"/>
          </a:xfrm>
          <a:prstGeom prst="bentConnector2">
            <a:avLst/>
          </a:prstGeom>
          <a:ln w="28575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endCxn id="11" idx="1"/>
          </p:cNvCxnSpPr>
          <p:nvPr/>
        </p:nvCxnSpPr>
        <p:spPr>
          <a:xfrm>
            <a:off x="1969770" y="2895600"/>
            <a:ext cx="3086100" cy="0"/>
          </a:xfrm>
          <a:prstGeom prst="straightConnector1">
            <a:avLst/>
          </a:prstGeom>
          <a:ln w="28575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/>
          <p:cNvCxnSpPr>
            <a:stCxn id="18" idx="3"/>
            <a:endCxn id="12" idx="2"/>
          </p:cNvCxnSpPr>
          <p:nvPr/>
        </p:nvCxnSpPr>
        <p:spPr>
          <a:xfrm flipV="1">
            <a:off x="7512685" y="3181985"/>
            <a:ext cx="681355" cy="1479550"/>
          </a:xfrm>
          <a:prstGeom prst="bentConnector2">
            <a:avLst/>
          </a:prstGeom>
          <a:ln w="28575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endCxn id="12" idx="1"/>
          </p:cNvCxnSpPr>
          <p:nvPr/>
        </p:nvCxnSpPr>
        <p:spPr>
          <a:xfrm>
            <a:off x="6412230" y="2895600"/>
            <a:ext cx="1100455" cy="0"/>
          </a:xfrm>
          <a:prstGeom prst="straightConnector1">
            <a:avLst/>
          </a:prstGeom>
          <a:ln w="28575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endCxn id="13" idx="1"/>
          </p:cNvCxnSpPr>
          <p:nvPr/>
        </p:nvCxnSpPr>
        <p:spPr>
          <a:xfrm>
            <a:off x="8874760" y="2895600"/>
            <a:ext cx="951865" cy="0"/>
          </a:xfrm>
          <a:prstGeom prst="straightConnector1">
            <a:avLst/>
          </a:prstGeom>
          <a:ln w="28575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2" idx="0"/>
            <a:endCxn id="9" idx="2"/>
          </p:cNvCxnSpPr>
          <p:nvPr/>
        </p:nvCxnSpPr>
        <p:spPr>
          <a:xfrm flipV="1">
            <a:off x="8194040" y="1543050"/>
            <a:ext cx="0" cy="1066165"/>
          </a:xfrm>
          <a:prstGeom prst="straightConnector1">
            <a:avLst/>
          </a:prstGeom>
          <a:ln w="28575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13" idx="0"/>
            <a:endCxn id="10" idx="2"/>
          </p:cNvCxnSpPr>
          <p:nvPr/>
        </p:nvCxnSpPr>
        <p:spPr>
          <a:xfrm flipV="1">
            <a:off x="10507980" y="1543050"/>
            <a:ext cx="0" cy="1066165"/>
          </a:xfrm>
          <a:prstGeom prst="straightConnector1">
            <a:avLst/>
          </a:prstGeom>
          <a:ln w="28575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endCxn id="7" idx="1"/>
          </p:cNvCxnSpPr>
          <p:nvPr/>
        </p:nvCxnSpPr>
        <p:spPr>
          <a:xfrm>
            <a:off x="1969770" y="1256665"/>
            <a:ext cx="800100" cy="0"/>
          </a:xfrm>
          <a:prstGeom prst="straightConnector1">
            <a:avLst/>
          </a:prstGeom>
          <a:ln w="28575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endCxn id="8" idx="1"/>
          </p:cNvCxnSpPr>
          <p:nvPr/>
        </p:nvCxnSpPr>
        <p:spPr>
          <a:xfrm>
            <a:off x="4131945" y="1256665"/>
            <a:ext cx="923925" cy="0"/>
          </a:xfrm>
          <a:prstGeom prst="straightConnector1">
            <a:avLst/>
          </a:prstGeom>
          <a:ln w="28575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endCxn id="9" idx="1"/>
          </p:cNvCxnSpPr>
          <p:nvPr/>
        </p:nvCxnSpPr>
        <p:spPr>
          <a:xfrm>
            <a:off x="6417945" y="1256665"/>
            <a:ext cx="1094740" cy="0"/>
          </a:xfrm>
          <a:prstGeom prst="straightConnector1">
            <a:avLst/>
          </a:prstGeom>
          <a:ln w="28575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endCxn id="10" idx="1"/>
          </p:cNvCxnSpPr>
          <p:nvPr/>
        </p:nvCxnSpPr>
        <p:spPr>
          <a:xfrm>
            <a:off x="8874760" y="1247775"/>
            <a:ext cx="951865" cy="8890"/>
          </a:xfrm>
          <a:prstGeom prst="straightConnector1">
            <a:avLst/>
          </a:prstGeom>
          <a:ln w="28575" cmpd="sng">
            <a:solidFill>
              <a:schemeClr val="bg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s 36"/>
          <p:cNvSpPr/>
          <p:nvPr/>
        </p:nvSpPr>
        <p:spPr>
          <a:xfrm>
            <a:off x="1750060" y="114300"/>
            <a:ext cx="8863965" cy="58928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克劳狄乌斯的罗马世界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en-US">
                <a:solidFill>
                  <a:srgbClr val="FF0000"/>
                </a:solidFill>
              </a:rPr>
              <a:t>官员荣誉阶梯</a:t>
            </a:r>
            <a:r>
              <a:rPr lang="en-US" altLang="zh-CN">
                <a:solidFill>
                  <a:srgbClr val="FF0000"/>
                </a:solidFill>
              </a:rPr>
              <a:t> V1.0</a:t>
            </a:r>
            <a:endParaRPr lang="en-US" altLang="zh-CN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</Words>
  <Application>WPS Presentation</Application>
  <PresentationFormat>Widescreen</PresentationFormat>
  <Paragraphs>32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 Unicode MS</vt:lpstr>
      <vt:lpstr>Calibri Light</vt:lpstr>
      <vt:lpstr>Calibri</vt:lpstr>
      <vt:lpstr>微软雅黑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Kerl</dc:creator>
  <cp:lastModifiedBy>Claudius Zeus</cp:lastModifiedBy>
  <cp:revision>1</cp:revision>
  <dcterms:created xsi:type="dcterms:W3CDTF">2022-07-29T14:04:42Z</dcterms:created>
  <dcterms:modified xsi:type="dcterms:W3CDTF">2022-07-29T14:04:42Z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2E6F85F9E51242F1A02A0A9C54BBAF40</vt:lpwstr>
  </property>
  <property fmtid="{D5CDD505-2E9C-101B-9397-08002B2CF9AE}" pid="3" name="KSOProductBuildVer">
    <vt:lpwstr>1033-11.2.0.11191</vt:lpwstr>
  </property>
</Properties>
</file>